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8" r:id="rId2"/>
    <p:sldId id="257" r:id="rId3"/>
    <p:sldId id="259" r:id="rId4"/>
    <p:sldId id="260" r:id="rId5"/>
    <p:sldId id="263" r:id="rId6"/>
    <p:sldId id="264" r:id="rId7"/>
    <p:sldId id="265" r:id="rId8"/>
    <p:sldId id="270" r:id="rId9"/>
    <p:sldId id="266" r:id="rId10"/>
    <p:sldId id="267" r:id="rId11"/>
    <p:sldId id="268" r:id="rId12"/>
    <p:sldId id="269" r:id="rId13"/>
  </p:sldIdLst>
  <p:sldSz cx="8999538" cy="6840538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107F8-D0F7-4C35-914C-AA7B191C8ABC}" v="13" dt="2026-06-02T20:56:01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04" y="102"/>
      </p:cViewPr>
      <p:guideLst>
        <p:guide orient="horz" pos="2154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kanina Radim" userId="398556c5-0db1-452d-b39a-f5b65a20159a" providerId="ADAL" clId="{EDCA69E9-050F-4232-93F3-DFE533F1DACF}"/>
    <pc:docChg chg="undo custSel addSld delSld modSld">
      <pc:chgData name="Sekanina Radim" userId="398556c5-0db1-452d-b39a-f5b65a20159a" providerId="ADAL" clId="{EDCA69E9-050F-4232-93F3-DFE533F1DACF}" dt="2026-06-03T05:18:18.497" v="681" actId="478"/>
      <pc:docMkLst>
        <pc:docMk/>
      </pc:docMkLst>
      <pc:sldChg chg="modSp mod">
        <pc:chgData name="Sekanina Radim" userId="398556c5-0db1-452d-b39a-f5b65a20159a" providerId="ADAL" clId="{EDCA69E9-050F-4232-93F3-DFE533F1DACF}" dt="2026-06-02T20:48:35.238" v="651" actId="20577"/>
        <pc:sldMkLst>
          <pc:docMk/>
          <pc:sldMk cId="3789647650" sldId="257"/>
        </pc:sldMkLst>
        <pc:spChg chg="mod">
          <ac:chgData name="Sekanina Radim" userId="398556c5-0db1-452d-b39a-f5b65a20159a" providerId="ADAL" clId="{EDCA69E9-050F-4232-93F3-DFE533F1DACF}" dt="2026-06-02T20:48:35.238" v="651" actId="20577"/>
          <ac:spMkLst>
            <pc:docMk/>
            <pc:sldMk cId="3789647650" sldId="257"/>
            <ac:spMk id="3" creationId="{8A2F14D6-BB2B-A6AB-A208-A8781DD9E2AF}"/>
          </ac:spMkLst>
        </pc:spChg>
      </pc:sldChg>
      <pc:sldChg chg="delSp mod">
        <pc:chgData name="Sekanina Radim" userId="398556c5-0db1-452d-b39a-f5b65a20159a" providerId="ADAL" clId="{EDCA69E9-050F-4232-93F3-DFE533F1DACF}" dt="2026-06-03T05:18:18.497" v="681" actId="478"/>
        <pc:sldMkLst>
          <pc:docMk/>
          <pc:sldMk cId="2874114276" sldId="258"/>
        </pc:sldMkLst>
        <pc:spChg chg="del">
          <ac:chgData name="Sekanina Radim" userId="398556c5-0db1-452d-b39a-f5b65a20159a" providerId="ADAL" clId="{EDCA69E9-050F-4232-93F3-DFE533F1DACF}" dt="2026-06-03T05:18:18.497" v="681" actId="478"/>
          <ac:spMkLst>
            <pc:docMk/>
            <pc:sldMk cId="2874114276" sldId="258"/>
            <ac:spMk id="5" creationId="{00000000-0000-0000-0000-000000000000}"/>
          </ac:spMkLst>
        </pc:spChg>
      </pc:sldChg>
      <pc:sldChg chg="delSp modSp mod">
        <pc:chgData name="Sekanina Radim" userId="398556c5-0db1-452d-b39a-f5b65a20159a" providerId="ADAL" clId="{EDCA69E9-050F-4232-93F3-DFE533F1DACF}" dt="2026-06-02T20:50:51.569" v="664" actId="2710"/>
        <pc:sldMkLst>
          <pc:docMk/>
          <pc:sldMk cId="267501920" sldId="259"/>
        </pc:sldMkLst>
        <pc:spChg chg="mod">
          <ac:chgData name="Sekanina Radim" userId="398556c5-0db1-452d-b39a-f5b65a20159a" providerId="ADAL" clId="{EDCA69E9-050F-4232-93F3-DFE533F1DACF}" dt="2026-06-02T20:50:51.569" v="664" actId="2710"/>
          <ac:spMkLst>
            <pc:docMk/>
            <pc:sldMk cId="267501920" sldId="259"/>
            <ac:spMk id="3" creationId="{00000000-0000-0000-0000-000000000000}"/>
          </ac:spMkLst>
        </pc:spChg>
      </pc:sldChg>
      <pc:sldChg chg="delSp modSp mod">
        <pc:chgData name="Sekanina Radim" userId="398556c5-0db1-452d-b39a-f5b65a20159a" providerId="ADAL" clId="{EDCA69E9-050F-4232-93F3-DFE533F1DACF}" dt="2026-06-03T05:17:48.839" v="677" actId="14100"/>
        <pc:sldMkLst>
          <pc:docMk/>
          <pc:sldMk cId="3644554832" sldId="260"/>
        </pc:sldMkLst>
        <pc:spChg chg="mod">
          <ac:chgData name="Sekanina Radim" userId="398556c5-0db1-452d-b39a-f5b65a20159a" providerId="ADAL" clId="{EDCA69E9-050F-4232-93F3-DFE533F1DACF}" dt="2026-05-31T13:53:14.625" v="20" actId="20577"/>
          <ac:spMkLst>
            <pc:docMk/>
            <pc:sldMk cId="3644554832" sldId="260"/>
            <ac:spMk id="2" creationId="{F52A089E-D06C-EDB5-8147-11C3C7767594}"/>
          </ac:spMkLst>
        </pc:spChg>
        <pc:spChg chg="mod">
          <ac:chgData name="Sekanina Radim" userId="398556c5-0db1-452d-b39a-f5b65a20159a" providerId="ADAL" clId="{EDCA69E9-050F-4232-93F3-DFE533F1DACF}" dt="2026-06-03T05:17:48.839" v="677" actId="14100"/>
          <ac:spMkLst>
            <pc:docMk/>
            <pc:sldMk cId="3644554832" sldId="260"/>
            <ac:spMk id="3" creationId="{D8C55CE2-2B98-FDFD-4DD0-75FEBD5DF931}"/>
          </ac:spMkLst>
        </pc:spChg>
      </pc:sldChg>
      <pc:sldChg chg="delSp modSp new del mod">
        <pc:chgData name="Sekanina Radim" userId="398556c5-0db1-452d-b39a-f5b65a20159a" providerId="ADAL" clId="{EDCA69E9-050F-4232-93F3-DFE533F1DACF}" dt="2026-06-02T20:32:55.703" v="578" actId="47"/>
        <pc:sldMkLst>
          <pc:docMk/>
          <pc:sldMk cId="2311599446" sldId="261"/>
        </pc:sldMkLst>
      </pc:sldChg>
      <pc:sldChg chg="delSp modSp new del mod">
        <pc:chgData name="Sekanina Radim" userId="398556c5-0db1-452d-b39a-f5b65a20159a" providerId="ADAL" clId="{EDCA69E9-050F-4232-93F3-DFE533F1DACF}" dt="2026-06-02T20:33:05.432" v="579" actId="47"/>
        <pc:sldMkLst>
          <pc:docMk/>
          <pc:sldMk cId="1369422412" sldId="262"/>
        </pc:sldMkLst>
        <pc:spChg chg="mod">
          <ac:chgData name="Sekanina Radim" userId="398556c5-0db1-452d-b39a-f5b65a20159a" providerId="ADAL" clId="{EDCA69E9-050F-4232-93F3-DFE533F1DACF}" dt="2026-06-02T16:15:26.392" v="502" actId="20577"/>
          <ac:spMkLst>
            <pc:docMk/>
            <pc:sldMk cId="1369422412" sldId="262"/>
            <ac:spMk id="3" creationId="{81F0F11E-5793-8287-B66B-8610863EDEEF}"/>
          </ac:spMkLst>
        </pc:spChg>
      </pc:sldChg>
      <pc:sldChg chg="delSp modSp new add del mod">
        <pc:chgData name="Sekanina Radim" userId="398556c5-0db1-452d-b39a-f5b65a20159a" providerId="ADAL" clId="{EDCA69E9-050F-4232-93F3-DFE533F1DACF}" dt="2026-06-02T20:50:58.428" v="665" actId="2710"/>
        <pc:sldMkLst>
          <pc:docMk/>
          <pc:sldMk cId="3564694154" sldId="263"/>
        </pc:sldMkLst>
        <pc:spChg chg="mod">
          <ac:chgData name="Sekanina Radim" userId="398556c5-0db1-452d-b39a-f5b65a20159a" providerId="ADAL" clId="{EDCA69E9-050F-4232-93F3-DFE533F1DACF}" dt="2026-06-02T20:37:22.081" v="616"/>
          <ac:spMkLst>
            <pc:docMk/>
            <pc:sldMk cId="3564694154" sldId="263"/>
            <ac:spMk id="2" creationId="{DB457C76-EEAF-A602-D9B7-2299C3EAF959}"/>
          </ac:spMkLst>
        </pc:spChg>
        <pc:spChg chg="mod">
          <ac:chgData name="Sekanina Radim" userId="398556c5-0db1-452d-b39a-f5b65a20159a" providerId="ADAL" clId="{EDCA69E9-050F-4232-93F3-DFE533F1DACF}" dt="2026-06-02T20:50:58.428" v="665" actId="2710"/>
          <ac:spMkLst>
            <pc:docMk/>
            <pc:sldMk cId="3564694154" sldId="263"/>
            <ac:spMk id="3" creationId="{434E8F1D-9ABB-FD81-49FA-16D9F89DA128}"/>
          </ac:spMkLst>
        </pc:spChg>
      </pc:sldChg>
      <pc:sldChg chg="addSp delSp modSp new mod">
        <pc:chgData name="Sekanina Radim" userId="398556c5-0db1-452d-b39a-f5b65a20159a" providerId="ADAL" clId="{EDCA69E9-050F-4232-93F3-DFE533F1DACF}" dt="2026-06-02T20:41:25.386" v="631"/>
        <pc:sldMkLst>
          <pc:docMk/>
          <pc:sldMk cId="342593635" sldId="264"/>
        </pc:sldMkLst>
        <pc:spChg chg="mod">
          <ac:chgData name="Sekanina Radim" userId="398556c5-0db1-452d-b39a-f5b65a20159a" providerId="ADAL" clId="{EDCA69E9-050F-4232-93F3-DFE533F1DACF}" dt="2026-06-02T20:41:25.386" v="631"/>
          <ac:spMkLst>
            <pc:docMk/>
            <pc:sldMk cId="342593635" sldId="264"/>
            <ac:spMk id="2" creationId="{E96D0B3A-8A77-2D63-FB04-9C5B9468583F}"/>
          </ac:spMkLst>
        </pc:spChg>
        <pc:picChg chg="add mod ord modCrop">
          <ac:chgData name="Sekanina Radim" userId="398556c5-0db1-452d-b39a-f5b65a20159a" providerId="ADAL" clId="{EDCA69E9-050F-4232-93F3-DFE533F1DACF}" dt="2026-05-31T17:41:03.390" v="460" actId="732"/>
          <ac:picMkLst>
            <pc:docMk/>
            <pc:sldMk cId="342593635" sldId="264"/>
            <ac:picMk id="6" creationId="{0BDFE6B9-2F65-DBBE-0BC9-58784878444E}"/>
          </ac:picMkLst>
        </pc:picChg>
      </pc:sldChg>
      <pc:sldChg chg="delSp modSp new mod">
        <pc:chgData name="Sekanina Radim" userId="398556c5-0db1-452d-b39a-f5b65a20159a" providerId="ADAL" clId="{EDCA69E9-050F-4232-93F3-DFE533F1DACF}" dt="2026-05-31T17:39:59.441" v="447" actId="478"/>
        <pc:sldMkLst>
          <pc:docMk/>
          <pc:sldMk cId="3050709270" sldId="265"/>
        </pc:sldMkLst>
        <pc:spChg chg="mod">
          <ac:chgData name="Sekanina Radim" userId="398556c5-0db1-452d-b39a-f5b65a20159a" providerId="ADAL" clId="{EDCA69E9-050F-4232-93F3-DFE533F1DACF}" dt="2026-05-31T15:21:50.207" v="183"/>
          <ac:spMkLst>
            <pc:docMk/>
            <pc:sldMk cId="3050709270" sldId="265"/>
            <ac:spMk id="2" creationId="{B33FA65F-6A7E-FCBE-A9E9-5E798DE2D8D6}"/>
          </ac:spMkLst>
        </pc:spChg>
        <pc:spChg chg="mod">
          <ac:chgData name="Sekanina Radim" userId="398556c5-0db1-452d-b39a-f5b65a20159a" providerId="ADAL" clId="{EDCA69E9-050F-4232-93F3-DFE533F1DACF}" dt="2026-05-31T15:31:36.942" v="322" actId="404"/>
          <ac:spMkLst>
            <pc:docMk/>
            <pc:sldMk cId="3050709270" sldId="265"/>
            <ac:spMk id="3" creationId="{01E71C30-E494-6058-8E0C-652D7EC07720}"/>
          </ac:spMkLst>
        </pc:spChg>
      </pc:sldChg>
      <pc:sldChg chg="delSp modSp new mod">
        <pc:chgData name="Sekanina Radim" userId="398556c5-0db1-452d-b39a-f5b65a20159a" providerId="ADAL" clId="{EDCA69E9-050F-4232-93F3-DFE533F1DACF}" dt="2026-05-31T17:40:20.181" v="453" actId="478"/>
        <pc:sldMkLst>
          <pc:docMk/>
          <pc:sldMk cId="1995546805" sldId="266"/>
        </pc:sldMkLst>
        <pc:spChg chg="mod">
          <ac:chgData name="Sekanina Radim" userId="398556c5-0db1-452d-b39a-f5b65a20159a" providerId="ADAL" clId="{EDCA69E9-050F-4232-93F3-DFE533F1DACF}" dt="2026-05-31T15:23:04.198" v="207" actId="20577"/>
          <ac:spMkLst>
            <pc:docMk/>
            <pc:sldMk cId="1995546805" sldId="266"/>
            <ac:spMk id="2" creationId="{66AA76C6-B115-303B-03C9-9BB613618679}"/>
          </ac:spMkLst>
        </pc:spChg>
        <pc:spChg chg="mod">
          <ac:chgData name="Sekanina Radim" userId="398556c5-0db1-452d-b39a-f5b65a20159a" providerId="ADAL" clId="{EDCA69E9-050F-4232-93F3-DFE533F1DACF}" dt="2026-05-31T15:31:16.334" v="319" actId="207"/>
          <ac:spMkLst>
            <pc:docMk/>
            <pc:sldMk cId="1995546805" sldId="266"/>
            <ac:spMk id="3" creationId="{93141AF5-76E2-D358-4FF0-559CC2C32E83}"/>
          </ac:spMkLst>
        </pc:spChg>
      </pc:sldChg>
      <pc:sldChg chg="delSp modSp new mod">
        <pc:chgData name="Sekanina Radim" userId="398556c5-0db1-452d-b39a-f5b65a20159a" providerId="ADAL" clId="{EDCA69E9-050F-4232-93F3-DFE533F1DACF}" dt="2026-05-31T17:40:23.605" v="454" actId="478"/>
        <pc:sldMkLst>
          <pc:docMk/>
          <pc:sldMk cId="4035720509" sldId="267"/>
        </pc:sldMkLst>
        <pc:spChg chg="mod">
          <ac:chgData name="Sekanina Radim" userId="398556c5-0db1-452d-b39a-f5b65a20159a" providerId="ADAL" clId="{EDCA69E9-050F-4232-93F3-DFE533F1DACF}" dt="2026-05-31T15:33:08.702" v="351" actId="20577"/>
          <ac:spMkLst>
            <pc:docMk/>
            <pc:sldMk cId="4035720509" sldId="267"/>
            <ac:spMk id="2" creationId="{7073C711-0D8F-D28D-FA70-41260E3EF72F}"/>
          </ac:spMkLst>
        </pc:spChg>
        <pc:spChg chg="mod">
          <ac:chgData name="Sekanina Radim" userId="398556c5-0db1-452d-b39a-f5b65a20159a" providerId="ADAL" clId="{EDCA69E9-050F-4232-93F3-DFE533F1DACF}" dt="2026-05-31T15:34:53.967" v="359" actId="207"/>
          <ac:spMkLst>
            <pc:docMk/>
            <pc:sldMk cId="4035720509" sldId="267"/>
            <ac:spMk id="3" creationId="{7A484105-B7E8-EB92-1352-8ADBFE54BFB8}"/>
          </ac:spMkLst>
        </pc:spChg>
      </pc:sldChg>
      <pc:sldChg chg="delSp modSp new mod">
        <pc:chgData name="Sekanina Radim" userId="398556c5-0db1-452d-b39a-f5b65a20159a" providerId="ADAL" clId="{EDCA69E9-050F-4232-93F3-DFE533F1DACF}" dt="2026-05-31T17:40:25.844" v="455" actId="478"/>
        <pc:sldMkLst>
          <pc:docMk/>
          <pc:sldMk cId="453331393" sldId="268"/>
        </pc:sldMkLst>
        <pc:spChg chg="mod">
          <ac:chgData name="Sekanina Radim" userId="398556c5-0db1-452d-b39a-f5b65a20159a" providerId="ADAL" clId="{EDCA69E9-050F-4232-93F3-DFE533F1DACF}" dt="2026-05-31T15:35:10.125" v="384" actId="20577"/>
          <ac:spMkLst>
            <pc:docMk/>
            <pc:sldMk cId="453331393" sldId="268"/>
            <ac:spMk id="2" creationId="{A7D680B3-F141-B892-A826-3144AD35B4EC}"/>
          </ac:spMkLst>
        </pc:spChg>
        <pc:spChg chg="mod">
          <ac:chgData name="Sekanina Radim" userId="398556c5-0db1-452d-b39a-f5b65a20159a" providerId="ADAL" clId="{EDCA69E9-050F-4232-93F3-DFE533F1DACF}" dt="2026-05-31T15:35:51.694" v="395" actId="207"/>
          <ac:spMkLst>
            <pc:docMk/>
            <pc:sldMk cId="453331393" sldId="268"/>
            <ac:spMk id="3" creationId="{133D3AEB-A967-DE8C-C181-20597846426F}"/>
          </ac:spMkLst>
        </pc:spChg>
      </pc:sldChg>
      <pc:sldChg chg="delSp modSp new mod">
        <pc:chgData name="Sekanina Radim" userId="398556c5-0db1-452d-b39a-f5b65a20159a" providerId="ADAL" clId="{EDCA69E9-050F-4232-93F3-DFE533F1DACF}" dt="2026-06-03T05:18:03.766" v="678" actId="478"/>
        <pc:sldMkLst>
          <pc:docMk/>
          <pc:sldMk cId="2749313925" sldId="269"/>
        </pc:sldMkLst>
        <pc:spChg chg="mod">
          <ac:chgData name="Sekanina Radim" userId="398556c5-0db1-452d-b39a-f5b65a20159a" providerId="ADAL" clId="{EDCA69E9-050F-4232-93F3-DFE533F1DACF}" dt="2026-05-31T16:51:20.748" v="427" actId="20577"/>
          <ac:spMkLst>
            <pc:docMk/>
            <pc:sldMk cId="2749313925" sldId="269"/>
            <ac:spMk id="2" creationId="{C0832BE7-137C-E116-F8FC-632376EA1AE3}"/>
          </ac:spMkLst>
        </pc:spChg>
        <pc:spChg chg="mod">
          <ac:chgData name="Sekanina Radim" userId="398556c5-0db1-452d-b39a-f5b65a20159a" providerId="ADAL" clId="{EDCA69E9-050F-4232-93F3-DFE533F1DACF}" dt="2026-05-31T17:46:30.241" v="467" actId="20577"/>
          <ac:spMkLst>
            <pc:docMk/>
            <pc:sldMk cId="2749313925" sldId="269"/>
            <ac:spMk id="3" creationId="{25DBD504-E25D-EC6B-EAA4-E058B2481D51}"/>
          </ac:spMkLst>
        </pc:spChg>
        <pc:spChg chg="del">
          <ac:chgData name="Sekanina Radim" userId="398556c5-0db1-452d-b39a-f5b65a20159a" providerId="ADAL" clId="{EDCA69E9-050F-4232-93F3-DFE533F1DACF}" dt="2026-06-03T05:18:03.766" v="678" actId="478"/>
          <ac:spMkLst>
            <pc:docMk/>
            <pc:sldMk cId="2749313925" sldId="269"/>
            <ac:spMk id="4" creationId="{7A6754FE-6DE0-2F19-94EF-CEAA50E33162}"/>
          </ac:spMkLst>
        </pc:spChg>
      </pc:sldChg>
      <pc:sldChg chg="modSp new del mod">
        <pc:chgData name="Sekanina Radim" userId="398556c5-0db1-452d-b39a-f5b65a20159a" providerId="ADAL" clId="{EDCA69E9-050F-4232-93F3-DFE533F1DACF}" dt="2026-06-02T20:35:19.519" v="594" actId="47"/>
        <pc:sldMkLst>
          <pc:docMk/>
          <pc:sldMk cId="1191445288" sldId="270"/>
        </pc:sldMkLst>
        <pc:spChg chg="mod">
          <ac:chgData name="Sekanina Radim" userId="398556c5-0db1-452d-b39a-f5b65a20159a" providerId="ADAL" clId="{EDCA69E9-050F-4232-93F3-DFE533F1DACF}" dt="2026-06-02T20:34:27.856" v="593" actId="20577"/>
          <ac:spMkLst>
            <pc:docMk/>
            <pc:sldMk cId="1191445288" sldId="270"/>
            <ac:spMk id="2" creationId="{435CF35E-D498-27DC-0866-C55761E18114}"/>
          </ac:spMkLst>
        </pc:spChg>
        <pc:spChg chg="mod">
          <ac:chgData name="Sekanina Radim" userId="398556c5-0db1-452d-b39a-f5b65a20159a" providerId="ADAL" clId="{EDCA69E9-050F-4232-93F3-DFE533F1DACF}" dt="2026-06-02T20:34:22.390" v="588" actId="207"/>
          <ac:spMkLst>
            <pc:docMk/>
            <pc:sldMk cId="1191445288" sldId="270"/>
            <ac:spMk id="3" creationId="{58E7134E-9232-225F-AE66-784A6EC4423F}"/>
          </ac:spMkLst>
        </pc:spChg>
      </pc:sldChg>
      <pc:sldChg chg="delSp modSp new mod">
        <pc:chgData name="Sekanina Radim" userId="398556c5-0db1-452d-b39a-f5b65a20159a" providerId="ADAL" clId="{EDCA69E9-050F-4232-93F3-DFE533F1DACF}" dt="2026-06-03T05:18:10.873" v="680" actId="478"/>
        <pc:sldMkLst>
          <pc:docMk/>
          <pc:sldMk cId="2672163973" sldId="270"/>
        </pc:sldMkLst>
        <pc:spChg chg="mod">
          <ac:chgData name="Sekanina Radim" userId="398556c5-0db1-452d-b39a-f5b65a20159a" providerId="ADAL" clId="{EDCA69E9-050F-4232-93F3-DFE533F1DACF}" dt="2026-06-02T20:48:03.717" v="637" actId="20577"/>
          <ac:spMkLst>
            <pc:docMk/>
            <pc:sldMk cId="2672163973" sldId="270"/>
            <ac:spMk id="2" creationId="{B60D8743-2844-4F8B-1695-97867FFE1A51}"/>
          </ac:spMkLst>
        </pc:spChg>
        <pc:spChg chg="mod">
          <ac:chgData name="Sekanina Radim" userId="398556c5-0db1-452d-b39a-f5b65a20159a" providerId="ADAL" clId="{EDCA69E9-050F-4232-93F3-DFE533F1DACF}" dt="2026-06-02T20:56:16.925" v="676" actId="207"/>
          <ac:spMkLst>
            <pc:docMk/>
            <pc:sldMk cId="2672163973" sldId="270"/>
            <ac:spMk id="3" creationId="{4A773701-EA33-A9C9-6D17-81C528BEB03C}"/>
          </ac:spMkLst>
        </pc:spChg>
        <pc:spChg chg="del mod">
          <ac:chgData name="Sekanina Radim" userId="398556c5-0db1-452d-b39a-f5b65a20159a" providerId="ADAL" clId="{EDCA69E9-050F-4232-93F3-DFE533F1DACF}" dt="2026-06-03T05:18:10.873" v="680" actId="478"/>
          <ac:spMkLst>
            <pc:docMk/>
            <pc:sldMk cId="2672163973" sldId="270"/>
            <ac:spMk id="4" creationId="{D96891E3-B79D-32D3-34E0-86FFB4179D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C1901-92BB-4FDD-BA03-8B5D36861ACA}" type="datetimeFigureOut">
              <a:rPr lang="cs-CZ" smtClean="0"/>
              <a:t>03.06.2026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98588" y="1143000"/>
            <a:ext cx="406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E4EC-FC1D-4A5C-A5BA-DA124659C1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3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723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31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99" y="2904775"/>
            <a:ext cx="3342139" cy="103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980001"/>
            <a:ext cx="7560000" cy="1612866"/>
          </a:xfrm>
        </p:spPr>
        <p:txBody>
          <a:bodyPr anchor="t">
            <a:normAutofit/>
          </a:bodyPr>
          <a:lstStyle>
            <a:lvl1pPr algn="l">
              <a:defRPr sz="2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3592866"/>
            <a:ext cx="7560000" cy="1552712"/>
          </a:xfrm>
        </p:spPr>
        <p:txBody>
          <a:bodyPr/>
          <a:lstStyle>
            <a:lvl1pPr marL="0" indent="0" algn="l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72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4380949"/>
            <a:ext cx="7560000" cy="982528"/>
          </a:xfrm>
        </p:spPr>
        <p:txBody>
          <a:bodyPr anchor="t">
            <a:normAutofit/>
          </a:bodyPr>
          <a:lstStyle>
            <a:lvl1pPr algn="ctr">
              <a:defRPr sz="2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5363477"/>
            <a:ext cx="7560000" cy="945883"/>
          </a:xfrm>
        </p:spPr>
        <p:txBody>
          <a:bodyPr/>
          <a:lstStyle>
            <a:lvl1pPr marL="0" indent="0" algn="ctr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915" y="1260000"/>
            <a:ext cx="2203708" cy="18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4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462400"/>
            <a:ext cx="3622702" cy="3898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298" y="2462400"/>
            <a:ext cx="3622702" cy="3898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3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3151650"/>
            <a:ext cx="3621600" cy="3209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4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8400" y="3151650"/>
            <a:ext cx="3621600" cy="32095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247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81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3004102" cy="748800"/>
          </a:xfrm>
        </p:spPr>
        <p:txBody>
          <a:bodyPr anchor="b">
            <a:normAutofit/>
          </a:bodyPr>
          <a:lstStyle>
            <a:lvl1pPr>
              <a:defRPr sz="2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620000"/>
            <a:ext cx="4454024" cy="47332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458274"/>
            <a:ext cx="3004102" cy="3902926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8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460567"/>
            <a:ext cx="7560000" cy="3898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450675"/>
            <a:ext cx="7118902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3593" y="6450675"/>
            <a:ext cx="31640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B6205-E093-439F-9685-8F7A4FC3F425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40000"/>
            <a:ext cx="2560325" cy="7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85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dt="0"/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−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9750" indent="-27305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6450" indent="-26670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6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71563" indent="-265113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46200" indent="-27463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20000" y="3743864"/>
            <a:ext cx="7560000" cy="1619613"/>
          </a:xfrm>
        </p:spPr>
        <p:txBody>
          <a:bodyPr>
            <a:normAutofit/>
          </a:bodyPr>
          <a:lstStyle/>
          <a:p>
            <a:r>
              <a:rPr lang="cs-CZ" sz="2800" kern="100" dirty="0"/>
              <a:t>Polymery jako obsah vzdělávání ve výuce na druhém stupni základní školy</a:t>
            </a:r>
            <a:br>
              <a:rPr lang="cs-CZ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cs-CZ" dirty="0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5BB3E130-31AF-184C-F7B6-FE0C3D4B0906}"/>
              </a:ext>
            </a:extLst>
          </p:cNvPr>
          <p:cNvSpPr txBox="1"/>
          <p:nvPr/>
        </p:nvSpPr>
        <p:spPr>
          <a:xfrm>
            <a:off x="657306" y="4917057"/>
            <a:ext cx="7002951" cy="146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Autor: Sekanina Radim</a:t>
            </a:r>
          </a:p>
          <a:p>
            <a:r>
              <a:rPr lang="cs-CZ" dirty="0"/>
              <a:t>Obor: </a:t>
            </a:r>
            <a:r>
              <a:rPr lang="cs-CZ" dirty="0" err="1"/>
              <a:t>TEVma</a:t>
            </a:r>
            <a:r>
              <a:rPr lang="cs-CZ" dirty="0"/>
              <a:t> – </a:t>
            </a:r>
            <a:r>
              <a:rPr lang="cs-CZ" dirty="0" err="1"/>
              <a:t>ITmi</a:t>
            </a:r>
            <a:endParaRPr lang="cs-CZ" dirty="0"/>
          </a:p>
          <a:p>
            <a:r>
              <a:rPr lang="cs-CZ" dirty="0"/>
              <a:t>Vedoucí práce: Ing. Mgr. Michal SEDLÁČEK, Ph.D.</a:t>
            </a:r>
          </a:p>
          <a:p>
            <a:r>
              <a:rPr lang="cs-CZ" dirty="0"/>
              <a:t>Katedra: Katedra technické a informační výchovy</a:t>
            </a:r>
            <a:endParaRPr lang="en-00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7411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A79B8C-23E1-2E17-4F90-A2BF5726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Obsah prezentace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2F14D6-BB2B-A6AB-A208-A8781DD9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Úvod</a:t>
            </a:r>
          </a:p>
          <a:p>
            <a:r>
              <a:rPr lang="cs-CZ" dirty="0"/>
              <a:t>Struktura a cíl práce</a:t>
            </a:r>
          </a:p>
          <a:p>
            <a:r>
              <a:rPr lang="cs-CZ" dirty="0"/>
              <a:t>Návrh výrobků</a:t>
            </a:r>
          </a:p>
          <a:p>
            <a:r>
              <a:rPr lang="cs-CZ" dirty="0"/>
              <a:t>Přínos práce</a:t>
            </a:r>
          </a:p>
          <a:p>
            <a:r>
              <a:rPr lang="cs-CZ" dirty="0"/>
              <a:t>Závěr</a:t>
            </a:r>
          </a:p>
          <a:p>
            <a:r>
              <a:rPr lang="cs-CZ" dirty="0"/>
              <a:t>Reakce na otázky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78964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67909" y="2451940"/>
            <a:ext cx="7560000" cy="38986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Polymery jsou důležitou součástí každodenního života </a:t>
            </a:r>
          </a:p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Jejich význam neustále roste napříč mnoha obory</a:t>
            </a:r>
          </a:p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S používáním polymerů souvisí i environmentální problémy </a:t>
            </a:r>
          </a:p>
        </p:txBody>
      </p:sp>
    </p:spTree>
    <p:extLst>
      <p:ext uri="{BB962C8B-B14F-4D97-AF65-F5344CB8AC3E}">
        <p14:creationId xmlns:p14="http://schemas.microsoft.com/office/powerpoint/2010/main" val="26750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2A089E-D06C-EDB5-8147-11C3C776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Struktura a cíl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C55CE2-2B98-FDFD-4DD0-75FEBD5DF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104845"/>
            <a:ext cx="7560000" cy="417518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/>
              <a:t>Teoretická část</a:t>
            </a:r>
            <a:br>
              <a:rPr lang="cs-CZ" dirty="0"/>
            </a:b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Charakteristika polymerů</a:t>
            </a:r>
            <a:br>
              <a:rPr lang="cs-CZ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Historie polymerů a jejich aplikace</a:t>
            </a:r>
            <a:br>
              <a:rPr lang="cs-CZ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Problematika plastového odpadu a ekologické výzvy</a:t>
            </a:r>
            <a:br>
              <a:rPr lang="cs-CZ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Vliv polymerů na životní prostředí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Polymery ve vzdělávacím obsahu ZŠ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cs-CZ" b="1" dirty="0"/>
              <a:t>Praktická část</a:t>
            </a:r>
            <a:br>
              <a:rPr lang="cs-CZ" dirty="0"/>
            </a:b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– Návrh výrobků z polymerních materiálů</a:t>
            </a:r>
            <a:br>
              <a:rPr lang="cs-CZ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– Využití recyklovaných a běžně dostupných materiálů</a:t>
            </a:r>
            <a:br>
              <a:rPr lang="cs-CZ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– Pracovní listy pro žáky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 b="1" dirty="0"/>
              <a:t>Hlavní cíl</a:t>
            </a:r>
          </a:p>
          <a:p>
            <a:pPr marL="0" indent="0">
              <a:buNone/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– Navrhnout možnosti zařazení polymerů do výuky na druhém stupni základní školy.</a:t>
            </a:r>
            <a:endParaRPr lang="cs-CZ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55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57C76-EEAF-A602-D9B7-2299C3EA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 výrobků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4E8F1D-9ABB-FD81-49FA-16D9F89D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FIMO lžička </a:t>
            </a:r>
          </a:p>
          <a:p>
            <a:pPr>
              <a:lnSpc>
                <a:spcPct val="150000"/>
              </a:lnSpc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Květina z organzy </a:t>
            </a:r>
          </a:p>
          <a:p>
            <a:pPr>
              <a:lnSpc>
                <a:spcPct val="150000"/>
              </a:lnSpc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Obal na sešit z igelitové tašky </a:t>
            </a:r>
          </a:p>
          <a:p>
            <a:pPr>
              <a:lnSpc>
                <a:spcPct val="150000"/>
              </a:lnSpc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Květináč z PET lahví </a:t>
            </a:r>
          </a:p>
          <a:p>
            <a:pPr>
              <a:lnSpc>
                <a:spcPct val="150000"/>
              </a:lnSpc>
            </a:pPr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Lžíce na boty z plexiskla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4694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6D0B3A-8A77-2D63-FB04-9C5B9468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080"/>
          </a:xfrm>
        </p:spPr>
        <p:txBody>
          <a:bodyPr anchor="t">
            <a:normAutofit/>
          </a:bodyPr>
          <a:lstStyle/>
          <a:p>
            <a:r>
              <a:rPr lang="cs-CZ" dirty="0"/>
              <a:t>Návrh výrobků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0BDFE6B9-2F65-DBBE-0BC9-587848784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7"/>
          <a:stretch>
            <a:fillRect/>
          </a:stretch>
        </p:blipFill>
        <p:spPr>
          <a:xfrm>
            <a:off x="861392" y="2368081"/>
            <a:ext cx="6318106" cy="39637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59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FA65F-6A7E-FCBE-A9E9-5E798DE2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Přínos práce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E71C30-E494-6058-8E0C-652D7EC07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Návrh praktických aktivit zaměřených na výuku polymerů na 2. stupni ZŠ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Ukázka využití běžně dostupných a recyklovaných polymerních materiálů ve výuce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Vytvoření pracovních listů podporujících propojení teoretických poznatků s praxí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Metodická inspirace pro učitele pracovních činností a přírodovědných předmětů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5070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0D8743-2844-4F8B-1695-97867FFE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773701-EA33-A9C9-6D17-81C528BE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Polymery lze efektivně zařadit do výuky na 2. stupni základní školy. </a:t>
            </a:r>
          </a:p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Výuka polymerů umožňuje propojit teoretické poznatky s praktickou činností žáků. </a:t>
            </a:r>
          </a:p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Polymery jsou vhodným tématem pro přírodovědné i technicky zaměřené předměty. </a:t>
            </a:r>
          </a:p>
          <a:p>
            <a:pPr>
              <a:lnSpc>
                <a:spcPct val="150000"/>
              </a:lnSpc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Téma polymerů přispívá k rozvoji technických i environmentálních znalostí žáků.</a:t>
            </a:r>
          </a:p>
        </p:txBody>
      </p:sp>
    </p:spTree>
    <p:extLst>
      <p:ext uri="{BB962C8B-B14F-4D97-AF65-F5344CB8AC3E}">
        <p14:creationId xmlns:p14="http://schemas.microsoft.com/office/powerpoint/2010/main" val="267216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76C6-B115-303B-03C9-9BB61361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Reakce na otázky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141AF5-76E2-D358-4FF0-559CC2C32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Který z navržených výrobků považujete za nejvíce rizikový z hlediska bezpečnosti ve školní dílně </a:t>
            </a:r>
            <a:br>
              <a:rPr lang="cs-CZ" dirty="0"/>
            </a:br>
            <a:r>
              <a:rPr lang="cs-CZ" dirty="0"/>
              <a:t>a jak byste případná rizika eliminoval?  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Nejrizikovější: lžíce z plexiskla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Horkovzdušná pistole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Ruční nářadí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Dohled učitele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Ochranné pomůcky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554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73C711-0D8F-D28D-FA70-41260E3E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Reakce na otázky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484105-B7E8-EB92-1352-8ADBFE54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byste žákům vysvětlil rozdíl mezi mechanickou a chemickou recyklací na příkladu jejich vlastních výrobků?  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Mechanická = přetvoření výrobku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PET lahev → květináč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Igelitka → obal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Chemická = rozklad na základní složky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Výroba nového polymeru</a:t>
            </a:r>
          </a:p>
        </p:txBody>
      </p:sp>
    </p:spTree>
    <p:extLst>
      <p:ext uri="{BB962C8B-B14F-4D97-AF65-F5344CB8AC3E}">
        <p14:creationId xmlns:p14="http://schemas.microsoft.com/office/powerpoint/2010/main" val="403572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D680B3-F141-B892-A826-3144AD35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Reakce na otázky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3D3AEB-A967-DE8C-C181-20597846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Proč je u organzy (polyesteru) důležité zatavování okrajů teplem a co se děje s polymerem na molekulární úrovni?  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 Zabránění třepení okrajů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Lepší vzhled výrobku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Natavení vláken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Pohyb polymerních řetězců </a:t>
            </a:r>
          </a:p>
          <a:p>
            <a:r>
              <a:rPr lang="cs-CZ" sz="1800" dirty="0">
                <a:solidFill>
                  <a:schemeClr val="bg1">
                    <a:lumMod val="50000"/>
                  </a:schemeClr>
                </a:solidFill>
              </a:rPr>
              <a:t>Po ochlazení zpevnění materiálu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333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32BE7-137C-E116-F8FC-632376EA1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5DBD504-E25D-EC6B-EAA4-E058B2481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2000"/>
              <a:t>3.6. </a:t>
            </a:r>
            <a:r>
              <a:rPr lang="cs-CZ" sz="20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4931392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2.potx" id="{755D0361-9207-4673-B4A5-8DE80FB40899}" vid="{B1A348AD-3F36-40BB-80C1-28390A7D89FC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UP_prezentace_cz_4x3</Template>
  <TotalTime>337</TotalTime>
  <Words>394</Words>
  <Application>Microsoft Office PowerPoint</Application>
  <PresentationFormat>Vlastní</PresentationFormat>
  <Paragraphs>64</Paragraphs>
  <Slides>12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Motiv Office</vt:lpstr>
      <vt:lpstr>Polymery jako obsah vzdělávání ve výuce na druhém stupni základní školy </vt:lpstr>
      <vt:lpstr>Obsah prezentace</vt:lpstr>
      <vt:lpstr>Úvod</vt:lpstr>
      <vt:lpstr>Struktura a cíl práce</vt:lpstr>
      <vt:lpstr>Návrh výrobků</vt:lpstr>
      <vt:lpstr>Návrh výrobků</vt:lpstr>
      <vt:lpstr>Přínos práce </vt:lpstr>
      <vt:lpstr>Závěr</vt:lpstr>
      <vt:lpstr>Reakce na otázky</vt:lpstr>
      <vt:lpstr>Reakce na otázky</vt:lpstr>
      <vt:lpstr>Reakce na otázky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Sekanina Radim</dc:creator>
  <cp:lastModifiedBy>Sekanina Radim</cp:lastModifiedBy>
  <cp:revision>1</cp:revision>
  <dcterms:created xsi:type="dcterms:W3CDTF">2026-05-14T21:41:45Z</dcterms:created>
  <dcterms:modified xsi:type="dcterms:W3CDTF">2026-06-03T05:18:23Z</dcterms:modified>
</cp:coreProperties>
</file>